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90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AA539-5DA6-11B9-51E0-7ADBF35A0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7FFAF4-26DD-0C72-70B6-88E0C7233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8DC73-34F5-B1C1-7719-C334BA92B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5ED6-0BEA-4D3E-8951-368D66E38676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90DB2-BA05-DAEE-D95E-2092D8433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A0A78-FB0A-C5A6-1860-1D6604448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1D30D-D46C-4818-B4FA-B1A6006794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9394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2302-D113-CFF8-7DA1-4AB535D3B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A26D9-004D-9FF9-071F-1D812881F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C0601-1A29-7907-C1E2-7A5603E55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5ED6-0BEA-4D3E-8951-368D66E38676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996A1-03C2-7CAB-EA71-A6AD2EFDC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E164C-9D86-3332-B39F-07CF50201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1D30D-D46C-4818-B4FA-B1A6006794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571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E2A8-60BD-ADD4-A87A-5DD100BE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75FC4-5FE5-7F44-E8BC-1BC65DB25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5A8A9-07AD-4BDD-E087-ECFFEF6E4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5ED6-0BEA-4D3E-8951-368D66E38676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AC63E-668B-5F67-8DEC-68C88B638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84A28-6ADC-CFD8-8568-C055BC08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1D30D-D46C-4818-B4FA-B1A6006794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8767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66E1-84F2-82D9-517F-DA442F1D6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A0BE0-8581-F54C-F42C-52B33C9B19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D927D-7B14-4C24-5D41-AAC87E251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20CB9-12EC-55F8-E9D5-08E87F65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5ED6-0BEA-4D3E-8951-368D66E38676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7D664-7DB7-8AA3-1F23-ABD0DCDB9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BC902-EF60-DDB9-9989-FE94A46DB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1D30D-D46C-4818-B4FA-B1A6006794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5527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88F31-5929-7695-C5A9-5D0979F95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E4699-3CE5-B15C-42A8-A79116B8C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52E291-2AFC-287E-8A74-D58FE3F4A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EA2E9D-BCBC-2AD2-4569-D4F0C94C4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FABED5-3C04-E62F-0D33-FA399ECD2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30E45C-0DBC-9EB5-7764-BFCD1BC71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5ED6-0BEA-4D3E-8951-368D66E38676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31CF7F-E276-5D2F-7301-4AD7BCA15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624093-9A4A-050B-462A-D21174700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1D30D-D46C-4818-B4FA-B1A6006794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560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06C80-947D-C1CB-F56F-56506B965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A0F865-5263-FEA7-80B4-C43FD4D16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5ED6-0BEA-4D3E-8951-368D66E38676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4CBBE-B671-E11F-29E6-A43AA90C6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29F3D-E654-0904-3B4C-341453C47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1D30D-D46C-4818-B4FA-B1A6006794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1592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858A19-222D-C8ED-8B6A-10D5CC5B2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5ED6-0BEA-4D3E-8951-368D66E38676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8C523F-895A-3CEF-3C5D-DEFDAAE29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7AF69-E770-A897-FA44-650BC19D2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1D30D-D46C-4818-B4FA-B1A6006794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459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51814-49B2-DE84-CB78-B8DC88437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CDC16-6AE9-8F19-69B0-6B4307986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7C0ED1-3970-FDCD-C58D-1D6E6A1ED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23A84-43FC-4188-E699-B364A5A74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5ED6-0BEA-4D3E-8951-368D66E38676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D46F0-176B-7759-F35C-2C221715F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DF138-2961-83E3-0E81-89FDD54C6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1D30D-D46C-4818-B4FA-B1A6006794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2914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F549A-9375-D1E1-963F-FC79E680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AF032E-2F46-C382-4B7C-431720BCF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DF02E-E52B-8994-5683-A0854B81F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AC4C4-8EB9-4DD7-4D10-A7670700B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5ED6-0BEA-4D3E-8951-368D66E38676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C7ED2-795D-29EE-0878-F36F8B3FC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1B75D-2D5F-23AB-D1DF-89B1F2CA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1D30D-D46C-4818-B4FA-B1A6006794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7480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1624-65F3-2F88-C89A-F7EA9A878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6FB4F2-F13E-07A0-452E-B2F461C57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42A89-5B42-5CD2-4368-2E4AC9AB6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5ED6-0BEA-4D3E-8951-368D66E38676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21083-AA0A-3374-E425-27579F6D8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C96B5-40D1-892F-9C39-1085F9DC8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1D30D-D46C-4818-B4FA-B1A6006794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708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DC327C-D9E6-4F46-6577-E241F231D3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6C47C-3C6D-7CDF-5361-03512FB61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4E2CB-537C-51BF-B80C-EADC655D9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5ED6-0BEA-4D3E-8951-368D66E38676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81AE4-4D84-D50E-140F-31C647FB3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932F5-71D4-8710-075B-D2D69F7B4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1D30D-D46C-4818-B4FA-B1A6006794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3322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9257E9-7499-2F65-EC83-E5655C941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66228-DFB1-2377-D3C6-CE488D6FB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75BF7-E24E-6C5A-9E80-A3DA2FD46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05ED6-0BEA-4D3E-8951-368D66E38676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EFC8C-B50F-BC03-EC53-44D0A29F2B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195EE-6E28-CCCD-B0EC-EE1B0C40A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81D30D-D46C-4818-B4FA-B1A6006794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2061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23701-B38E-960B-37FE-8C18231FB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machine&#10;&#10;AI-generated content may be incorrect.">
            <a:extLst>
              <a:ext uri="{FF2B5EF4-FFF2-40B4-BE49-F238E27FC236}">
                <a16:creationId xmlns:a16="http://schemas.microsoft.com/office/drawing/2014/main" id="{DFA35446-C7B8-DB3B-99CF-1AC3623D1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940" y="783739"/>
            <a:ext cx="7853092" cy="5484699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BD6285D9-431A-6050-5FE4-1781739017FE}"/>
              </a:ext>
            </a:extLst>
          </p:cNvPr>
          <p:cNvGrpSpPr/>
          <p:nvPr/>
        </p:nvGrpSpPr>
        <p:grpSpPr>
          <a:xfrm>
            <a:off x="4654950" y="1373683"/>
            <a:ext cx="2619710" cy="1096764"/>
            <a:chOff x="3857665" y="1373683"/>
            <a:chExt cx="2619710" cy="109676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F48C865-24FB-D75F-FA2E-A21492CED111}"/>
                </a:ext>
              </a:extLst>
            </p:cNvPr>
            <p:cNvSpPr/>
            <p:nvPr/>
          </p:nvSpPr>
          <p:spPr>
            <a:xfrm>
              <a:off x="4711637" y="1941411"/>
              <a:ext cx="1765738" cy="391886"/>
            </a:xfrm>
            <a:custGeom>
              <a:avLst/>
              <a:gdLst>
                <a:gd name="csX0" fmla="*/ 0 w 1765738"/>
                <a:gd name="csY0" fmla="*/ 166664 h 391886"/>
                <a:gd name="csX1" fmla="*/ 1027011 w 1765738"/>
                <a:gd name="csY1" fmla="*/ 391886 h 391886"/>
                <a:gd name="csX2" fmla="*/ 1765738 w 1765738"/>
                <a:gd name="csY2" fmla="*/ 202699 h 391886"/>
                <a:gd name="csX3" fmla="*/ 576568 w 1765738"/>
                <a:gd name="csY3" fmla="*/ 0 h 391886"/>
                <a:gd name="csX4" fmla="*/ 0 w 1765738"/>
                <a:gd name="csY4" fmla="*/ 166664 h 391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65738" h="391886">
                  <a:moveTo>
                    <a:pt x="0" y="166664"/>
                  </a:moveTo>
                  <a:lnTo>
                    <a:pt x="1027011" y="391886"/>
                  </a:lnTo>
                  <a:lnTo>
                    <a:pt x="1765738" y="202699"/>
                  </a:lnTo>
                  <a:lnTo>
                    <a:pt x="576568" y="0"/>
                  </a:lnTo>
                  <a:lnTo>
                    <a:pt x="0" y="166664"/>
                  </a:lnTo>
                  <a:close/>
                </a:path>
              </a:pathLst>
            </a:cu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5CBCD46-8AA9-74C2-2580-2DBA4AF6B0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6868" y="1990960"/>
              <a:ext cx="598629" cy="11261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54F78AD-1400-F1BB-91D1-E3AEA8131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5497" y="1599904"/>
              <a:ext cx="9009" cy="5036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E7BDD13-37F4-372F-CA7A-66CD624BCE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58082" y="2103572"/>
              <a:ext cx="517656" cy="1370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0DDFD8C-10C0-26EB-22E5-0FDBB9A7D043}"/>
                </a:ext>
              </a:extLst>
            </p:cNvPr>
            <p:cNvSpPr txBox="1"/>
            <p:nvPr/>
          </p:nvSpPr>
          <p:spPr>
            <a:xfrm>
              <a:off x="4500973" y="1373683"/>
              <a:ext cx="138614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Frontal Detector Y</a:t>
              </a:r>
              <a:endParaRPr lang="en-CA" sz="1200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A0911E7-3EA6-BC7F-9C40-4EC13920061D}"/>
                </a:ext>
              </a:extLst>
            </p:cNvPr>
            <p:cNvSpPr txBox="1"/>
            <p:nvPr/>
          </p:nvSpPr>
          <p:spPr>
            <a:xfrm>
              <a:off x="3857665" y="1746618"/>
              <a:ext cx="13845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Frontal Detector Z</a:t>
              </a:r>
              <a:endParaRPr lang="en-CA" sz="1200" dirty="0">
                <a:solidFill>
                  <a:schemeClr val="bg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E4E52EB-EAA2-6C74-752C-7F6C7813D203}"/>
                </a:ext>
              </a:extLst>
            </p:cNvPr>
            <p:cNvSpPr txBox="1"/>
            <p:nvPr/>
          </p:nvSpPr>
          <p:spPr>
            <a:xfrm>
              <a:off x="3981573" y="2193448"/>
              <a:ext cx="13813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Frontal Detector X</a:t>
              </a:r>
              <a:endParaRPr lang="en-CA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03845A-4FBF-8FA0-0CD3-854DE0302399}"/>
              </a:ext>
            </a:extLst>
          </p:cNvPr>
          <p:cNvGrpSpPr/>
          <p:nvPr/>
        </p:nvGrpSpPr>
        <p:grpSpPr>
          <a:xfrm>
            <a:off x="5204700" y="3784091"/>
            <a:ext cx="2195643" cy="1017612"/>
            <a:chOff x="4462217" y="1221840"/>
            <a:chExt cx="2195643" cy="101761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A3DC4CA-614D-3E4D-3D42-3656617723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41670" y="1899757"/>
              <a:ext cx="543827" cy="2038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12E6E68-A9E4-726E-2B91-0A4F379BFA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5497" y="1360340"/>
              <a:ext cx="0" cy="7432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73A481C-5EDC-5085-85F6-4309800CD3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5738" y="1899757"/>
              <a:ext cx="483474" cy="2038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79EA9B8-62F1-7850-1720-2F24256EC3C4}"/>
                </a:ext>
              </a:extLst>
            </p:cNvPr>
            <p:cNvSpPr txBox="1"/>
            <p:nvPr/>
          </p:nvSpPr>
          <p:spPr>
            <a:xfrm>
              <a:off x="5826927" y="1962453"/>
              <a:ext cx="8309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Camera X</a:t>
              </a:r>
              <a:endParaRPr lang="en-CA" sz="1200" dirty="0">
                <a:solidFill>
                  <a:schemeClr val="bg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D6B8B32-6A61-4427-9159-31538A5B55A4}"/>
                </a:ext>
              </a:extLst>
            </p:cNvPr>
            <p:cNvSpPr txBox="1"/>
            <p:nvPr/>
          </p:nvSpPr>
          <p:spPr>
            <a:xfrm>
              <a:off x="5518263" y="1221840"/>
              <a:ext cx="8261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Camera Z</a:t>
              </a:r>
              <a:endParaRPr lang="en-CA" sz="1200" dirty="0">
                <a:solidFill>
                  <a:schemeClr val="bg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DF9916D-C006-5194-2F41-91E8B049CCEC}"/>
                </a:ext>
              </a:extLst>
            </p:cNvPr>
            <p:cNvSpPr txBox="1"/>
            <p:nvPr/>
          </p:nvSpPr>
          <p:spPr>
            <a:xfrm>
              <a:off x="4462217" y="1668586"/>
              <a:ext cx="8293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Camera Y</a:t>
              </a:r>
              <a:endParaRPr lang="en-CA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C0FF78B-E6BB-AB24-1210-71F151BD78B7}"/>
              </a:ext>
            </a:extLst>
          </p:cNvPr>
          <p:cNvSpPr txBox="1"/>
          <p:nvPr/>
        </p:nvSpPr>
        <p:spPr>
          <a:xfrm>
            <a:off x="197841" y="976063"/>
            <a:ext cx="3247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Detector coordinate system axes are RAS.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89F1DF-7777-48BC-95F9-13606DBE6E18}"/>
              </a:ext>
            </a:extLst>
          </p:cNvPr>
          <p:cNvSpPr txBox="1"/>
          <p:nvPr/>
        </p:nvSpPr>
        <p:spPr>
          <a:xfrm>
            <a:off x="102310" y="2794332"/>
            <a:ext cx="34386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Camera coordinate system axes are right-handed.</a:t>
            </a:r>
          </a:p>
          <a:p>
            <a:r>
              <a:rPr lang="en-CA" dirty="0"/>
              <a:t>Camera view up = Y = patient S.</a:t>
            </a:r>
          </a:p>
          <a:p>
            <a:r>
              <a:rPr lang="en-CA" dirty="0"/>
              <a:t>Camera view direction = Z.</a:t>
            </a:r>
          </a:p>
        </p:txBody>
      </p:sp>
    </p:spTree>
    <p:extLst>
      <p:ext uri="{BB962C8B-B14F-4D97-AF65-F5344CB8AC3E}">
        <p14:creationId xmlns:p14="http://schemas.microsoft.com/office/powerpoint/2010/main" val="2494559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machine&#10;&#10;AI-generated content may be incorrect.">
            <a:extLst>
              <a:ext uri="{FF2B5EF4-FFF2-40B4-BE49-F238E27FC236}">
                <a16:creationId xmlns:a16="http://schemas.microsoft.com/office/drawing/2014/main" id="{7046E014-A31E-8A4F-EEA9-FF6800770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146" y="907463"/>
            <a:ext cx="7421874" cy="5366586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3BFB441-3CBD-9C05-0E94-0A5B320D9269}"/>
              </a:ext>
            </a:extLst>
          </p:cNvPr>
          <p:cNvGrpSpPr/>
          <p:nvPr/>
        </p:nvGrpSpPr>
        <p:grpSpPr>
          <a:xfrm>
            <a:off x="3951144" y="1373683"/>
            <a:ext cx="3105221" cy="959614"/>
            <a:chOff x="3951144" y="1373683"/>
            <a:chExt cx="3105221" cy="95961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36FE91-F1E5-01EA-D521-22E1CCB167F5}"/>
                </a:ext>
              </a:extLst>
            </p:cNvPr>
            <p:cNvSpPr/>
            <p:nvPr/>
          </p:nvSpPr>
          <p:spPr>
            <a:xfrm>
              <a:off x="4711637" y="1941411"/>
              <a:ext cx="1765738" cy="391886"/>
            </a:xfrm>
            <a:custGeom>
              <a:avLst/>
              <a:gdLst>
                <a:gd name="csX0" fmla="*/ 0 w 1765738"/>
                <a:gd name="csY0" fmla="*/ 166664 h 391886"/>
                <a:gd name="csX1" fmla="*/ 1027011 w 1765738"/>
                <a:gd name="csY1" fmla="*/ 391886 h 391886"/>
                <a:gd name="csX2" fmla="*/ 1765738 w 1765738"/>
                <a:gd name="csY2" fmla="*/ 202699 h 391886"/>
                <a:gd name="csX3" fmla="*/ 576568 w 1765738"/>
                <a:gd name="csY3" fmla="*/ 0 h 391886"/>
                <a:gd name="csX4" fmla="*/ 0 w 1765738"/>
                <a:gd name="csY4" fmla="*/ 166664 h 391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65738" h="391886">
                  <a:moveTo>
                    <a:pt x="0" y="166664"/>
                  </a:moveTo>
                  <a:lnTo>
                    <a:pt x="1027011" y="391886"/>
                  </a:lnTo>
                  <a:lnTo>
                    <a:pt x="1765738" y="202699"/>
                  </a:lnTo>
                  <a:lnTo>
                    <a:pt x="576568" y="0"/>
                  </a:lnTo>
                  <a:lnTo>
                    <a:pt x="0" y="166664"/>
                  </a:lnTo>
                  <a:close/>
                </a:path>
              </a:pathLst>
            </a:cu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F18345E-BE21-09B5-C08B-775860642A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9634" y="2103572"/>
              <a:ext cx="665863" cy="146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C6F64BB-1605-E416-0BEB-E38D5F0438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5497" y="1599904"/>
              <a:ext cx="9009" cy="5036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180364B-DD1E-2616-AC4F-9F11F5028208}"/>
                </a:ext>
              </a:extLst>
            </p:cNvPr>
            <p:cNvCxnSpPr>
              <a:cxnSpLocks/>
            </p:cNvCxnSpPr>
            <p:nvPr/>
          </p:nvCxnSpPr>
          <p:spPr>
            <a:xfrm>
              <a:off x="5575738" y="2103572"/>
              <a:ext cx="438712" cy="834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894304D-108B-84C5-09D6-486FA78633E6}"/>
                </a:ext>
              </a:extLst>
            </p:cNvPr>
            <p:cNvSpPr txBox="1"/>
            <p:nvPr/>
          </p:nvSpPr>
          <p:spPr>
            <a:xfrm>
              <a:off x="4500973" y="1373683"/>
              <a:ext cx="138614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Frontal Detector Y</a:t>
              </a:r>
              <a:endParaRPr lang="en-CA" sz="1200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6B39021-6B5E-2A69-00A6-A0952150C190}"/>
                </a:ext>
              </a:extLst>
            </p:cNvPr>
            <p:cNvSpPr txBox="1"/>
            <p:nvPr/>
          </p:nvSpPr>
          <p:spPr>
            <a:xfrm>
              <a:off x="3951144" y="1940952"/>
              <a:ext cx="13845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Frontal Detector Z</a:t>
              </a:r>
              <a:endParaRPr lang="en-CA" sz="1200" dirty="0">
                <a:solidFill>
                  <a:schemeClr val="bg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FA2E5A0-002E-51FD-7317-33CE64440674}"/>
                </a:ext>
              </a:extLst>
            </p:cNvPr>
            <p:cNvSpPr txBox="1"/>
            <p:nvPr/>
          </p:nvSpPr>
          <p:spPr>
            <a:xfrm>
              <a:off x="5675025" y="1868295"/>
              <a:ext cx="13813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Frontal Detector X</a:t>
              </a:r>
              <a:endParaRPr lang="en-CA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A79B57E-F341-7A52-3921-71B635FAF76D}"/>
              </a:ext>
            </a:extLst>
          </p:cNvPr>
          <p:cNvGrpSpPr/>
          <p:nvPr/>
        </p:nvGrpSpPr>
        <p:grpSpPr>
          <a:xfrm>
            <a:off x="2890655" y="2853089"/>
            <a:ext cx="1642236" cy="1334474"/>
            <a:chOff x="2890655" y="2894697"/>
            <a:chExt cx="1642236" cy="1334474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67B50CC-5B16-61A9-A9C1-A02AB71D85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89131" y="3789552"/>
              <a:ext cx="821601" cy="1626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E3055A0-1ED2-7523-F9C8-E67C6AB94B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0732" y="3046320"/>
              <a:ext cx="0" cy="7432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C6EE338-22B8-A79A-4671-589A6DB9DB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17049" y="3658923"/>
              <a:ext cx="683924" cy="1306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5459CD6-3B5B-CB66-AE0B-F10B62BDD1F1}"/>
                </a:ext>
              </a:extLst>
            </p:cNvPr>
            <p:cNvSpPr txBox="1"/>
            <p:nvPr/>
          </p:nvSpPr>
          <p:spPr>
            <a:xfrm>
              <a:off x="2890655" y="3952172"/>
              <a:ext cx="13757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Lateral Detector X</a:t>
              </a:r>
              <a:endParaRPr lang="en-CA" sz="12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829A625-0DB2-F676-6D20-826E7B26C994}"/>
                </a:ext>
              </a:extLst>
            </p:cNvPr>
            <p:cNvSpPr txBox="1"/>
            <p:nvPr/>
          </p:nvSpPr>
          <p:spPr>
            <a:xfrm>
              <a:off x="3158732" y="2894697"/>
              <a:ext cx="13741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Lateral Detector Y</a:t>
              </a:r>
              <a:endParaRPr lang="en-CA" sz="1200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260536F-EC88-3A33-931B-E02E89986E39}"/>
                </a:ext>
              </a:extLst>
            </p:cNvPr>
            <p:cNvSpPr txBox="1"/>
            <p:nvPr/>
          </p:nvSpPr>
          <p:spPr>
            <a:xfrm>
              <a:off x="3070341" y="3429198"/>
              <a:ext cx="13709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Lateral Detector Z</a:t>
              </a:r>
              <a:endParaRPr lang="en-CA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CD4207B-AC54-927D-7A32-D0C7EAE1968C}"/>
              </a:ext>
            </a:extLst>
          </p:cNvPr>
          <p:cNvGrpSpPr/>
          <p:nvPr/>
        </p:nvGrpSpPr>
        <p:grpSpPr>
          <a:xfrm>
            <a:off x="4006079" y="3784091"/>
            <a:ext cx="2283506" cy="1407172"/>
            <a:chOff x="4060881" y="1221840"/>
            <a:chExt cx="2283506" cy="140717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A6E01A0-ACAA-0AE7-9C91-25406AD2B1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1670" y="2103572"/>
              <a:ext cx="543827" cy="2743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B03CA46-3B68-FD4C-EEAA-E7B218830E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5497" y="1360340"/>
              <a:ext cx="0" cy="7432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67A2025-6680-6B45-8535-4703404222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91814" y="1972943"/>
              <a:ext cx="683924" cy="1306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1020609-ED2B-EA5F-CEA8-A29F560ABBBE}"/>
                </a:ext>
              </a:extLst>
            </p:cNvPr>
            <p:cNvSpPr txBox="1"/>
            <p:nvPr/>
          </p:nvSpPr>
          <p:spPr>
            <a:xfrm>
              <a:off x="4060881" y="1761258"/>
              <a:ext cx="8309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Camera X</a:t>
              </a:r>
              <a:endParaRPr lang="en-CA" sz="1200" dirty="0">
                <a:solidFill>
                  <a:schemeClr val="bg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713C23B-8187-2C04-583A-47F4EA5C05F8}"/>
                </a:ext>
              </a:extLst>
            </p:cNvPr>
            <p:cNvSpPr txBox="1"/>
            <p:nvPr/>
          </p:nvSpPr>
          <p:spPr>
            <a:xfrm>
              <a:off x="5518263" y="1221840"/>
              <a:ext cx="8261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Camera Z</a:t>
              </a:r>
              <a:endParaRPr lang="en-CA" sz="1200" dirty="0">
                <a:solidFill>
                  <a:schemeClr val="bg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D7D08E3-2070-FE12-8476-639E68435AF2}"/>
                </a:ext>
              </a:extLst>
            </p:cNvPr>
            <p:cNvSpPr txBox="1"/>
            <p:nvPr/>
          </p:nvSpPr>
          <p:spPr>
            <a:xfrm>
              <a:off x="4698219" y="2352013"/>
              <a:ext cx="8293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Camera Y</a:t>
              </a:r>
              <a:endParaRPr lang="en-CA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5893358-314C-6DD3-B5AB-836E5F33E037}"/>
              </a:ext>
            </a:extLst>
          </p:cNvPr>
          <p:cNvGrpSpPr/>
          <p:nvPr/>
        </p:nvGrpSpPr>
        <p:grpSpPr>
          <a:xfrm>
            <a:off x="5267742" y="2248356"/>
            <a:ext cx="2204090" cy="1172481"/>
            <a:chOff x="3070341" y="2907820"/>
            <a:chExt cx="2204090" cy="1172481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0E60274-4716-65F8-61D6-3E6A0586C3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1569" y="3789552"/>
              <a:ext cx="469163" cy="614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05C7125-7F95-60C2-F8EE-73357157AA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0732" y="3046320"/>
              <a:ext cx="0" cy="7432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5AACF05-1293-CBA5-3D41-86E8850469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17049" y="3658923"/>
              <a:ext cx="683924" cy="1306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6D73771-CC2C-28A5-4CA7-88FAEED333FA}"/>
                </a:ext>
              </a:extLst>
            </p:cNvPr>
            <p:cNvSpPr txBox="1"/>
            <p:nvPr/>
          </p:nvSpPr>
          <p:spPr>
            <a:xfrm>
              <a:off x="4075876" y="3803302"/>
              <a:ext cx="8261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Camera Z</a:t>
              </a:r>
              <a:endParaRPr lang="en-CA" sz="1200" dirty="0">
                <a:solidFill>
                  <a:schemeClr val="bg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DADA22B-E137-757E-5E0F-D0EA168C6A1D}"/>
                </a:ext>
              </a:extLst>
            </p:cNvPr>
            <p:cNvSpPr txBox="1"/>
            <p:nvPr/>
          </p:nvSpPr>
          <p:spPr>
            <a:xfrm>
              <a:off x="4443498" y="2907820"/>
              <a:ext cx="8309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Camera X</a:t>
              </a:r>
              <a:endParaRPr lang="en-CA" sz="1200" dirty="0">
                <a:solidFill>
                  <a:schemeClr val="bg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BE6CC95-8865-E3AD-8659-24E0210BD1BB}"/>
                </a:ext>
              </a:extLst>
            </p:cNvPr>
            <p:cNvSpPr txBox="1"/>
            <p:nvPr/>
          </p:nvSpPr>
          <p:spPr>
            <a:xfrm>
              <a:off x="3070341" y="3429198"/>
              <a:ext cx="8613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 Camera Y</a:t>
              </a:r>
              <a:endParaRPr lang="en-CA" sz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7367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75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Andras Lasso</dc:creator>
  <cp:lastModifiedBy>Andras Lasso</cp:lastModifiedBy>
  <cp:revision>3</cp:revision>
  <dcterms:created xsi:type="dcterms:W3CDTF">2025-12-10T23:04:22Z</dcterms:created>
  <dcterms:modified xsi:type="dcterms:W3CDTF">2025-12-11T01:58:05Z</dcterms:modified>
</cp:coreProperties>
</file>